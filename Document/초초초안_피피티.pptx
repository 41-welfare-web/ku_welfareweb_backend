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6" r:id="rId5"/>
    <p:sldId id="264" r:id="rId6"/>
    <p:sldId id="260" r:id="rId7"/>
    <p:sldId id="265" r:id="rId8"/>
    <p:sldId id="267" r:id="rId9"/>
    <p:sldId id="261" r:id="rId10"/>
    <p:sldId id="268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87862E-2177-A606-A831-79CB66404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397F97A-92DF-F762-F32A-DDE1AE1C15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115492-4159-CD2B-102F-73E096304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E1E01A-16DD-5611-4D7E-03A13D7EE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1A20BDC-0AF9-B7E2-9B2C-392F018CA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9523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6480BE-1DD7-04F8-3A74-0888219F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F31C3C4-AC92-CE47-0220-1BAFF688E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1B0936-D57E-7835-75E4-59D5D0536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B12702-1649-24BF-16AB-60FE49CD8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0AB71E3-F388-2125-9937-5267F75C4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0961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8DC349-7F4C-CB43-EDB5-B2C235C95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202FDF-7CA1-9DEA-5642-2DC756767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A49ECD-7785-DDE6-2BDD-EAFB9094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8E0646-AC2E-5FAE-F079-3594740FE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47A08A-D4CF-25E8-5D30-7380F3073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6082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DBBEF-7B58-244B-1EDF-EDEF3564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D04A7F-3AD6-99FB-8693-5342CB76F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AB380F2-4503-9D72-F8D5-B7B3C0E64C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3A489EF-8D8B-D686-0139-1DDC5CBA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BBD9404-2E52-8F64-8650-F923FEA9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B48017-B030-46E5-E670-EA947D9DB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40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C81556-A24B-1306-CBA3-77F8D258E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773E52-B77E-8400-6E8B-C8DD43E74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30966C3-C6CF-41A5-1BD0-5D4FA07BD0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6624082-5C34-E9B0-0657-BD4CAEF497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CE5709-BE14-12CC-1F20-2AF585763E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E715630-8435-98CD-81F2-4DF3DC22B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D9C65D0-EBDE-3F81-67FA-3C747DA25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047062-4930-65B5-68E6-4C3F7633F7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40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5CFD96-3B78-044F-6FA7-190E0B10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5C5536-E876-88E1-40E6-3A918C2AE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CF9CA2-5377-9014-83D0-68BAAC7E67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3D3005-226F-9178-6D91-B7263C7B3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029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C920375-E46A-C124-5DBE-000809041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35F88AD-4C80-5245-FEAA-D7ED83541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CF3A91-3E21-D5E8-C98E-00BA402F4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00577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349158-4F5E-0EBD-0215-22C6C15D8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D59020-0C1D-D215-CA16-1343CE7B8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9A4E3D7-CF0B-A107-05F7-56D65DF2B3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5BDE01-2F99-F0AD-3E29-67B094B9D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DFC8C4-A549-9A1C-100A-BEC615BB8F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164841-985E-AE0C-8FEE-ADA4CF93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230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14DF8-9BF4-C462-6F71-0DDCD8D5F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2B8F633-83DF-B2A4-FB9D-EF7B9836A4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49E017-43AD-51D3-73DE-B1E46A9893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48E386-F3DF-123B-A271-227F4DBE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3404DA-16FB-C455-0135-B67B9BFA2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CB6DAB-00D8-E4C9-5BBC-6FDB9D2AB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07912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179743-75F7-B138-DD37-F4B277E8B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891728-E9E1-3567-476C-E198C62EB5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534037-DB5C-DE25-040C-8539B2E91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B11F5A5-6E9A-61D5-6393-88E799AA4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FC90D7-E60D-8B5C-0EB9-DDB3FE311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5633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D9B9BB-67B0-5D73-BC49-3B6FB23761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4A9329-0A2B-C2AD-215F-39197F189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9A5270-AA3B-1859-3B17-F943FB81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D8EE2B-0A5B-5244-3C84-8565AF095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95BF4D-1BB6-7731-7EAE-90E5C1490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7425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44992A1-7A2B-B88D-9F91-5C96FB0B7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1AD855-FC77-2187-B2AE-0D1FBB85B0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89D640-8378-AE06-B3F6-2EFE33B0BD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21905A-5AC6-496C-8CE8-E4B431EDA8B9}" type="datetimeFigureOut">
              <a:rPr lang="ko-KR" altLang="en-US" smtClean="0"/>
              <a:t>2026-01-02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B6C0E4F-3536-0633-A91F-03B2692F6C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90A077-E7BE-6FEB-4E85-AC178985C2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659A72-EBEA-4C55-957B-5234FDE72B0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90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99ACE8-A8AB-65B5-70CA-A7287E5E1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학생복지위원회 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3135E8-76D5-FE97-46EB-AAD1D927C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6923" y="295620"/>
            <a:ext cx="7957930" cy="70491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학생복지위원회  대여사업  플로터사업  홍보게시판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8A3D759-D423-E28F-A4BD-5DD72CA549E9}"/>
              </a:ext>
            </a:extLst>
          </p:cNvPr>
          <p:cNvSpPr txBox="1">
            <a:spLocks/>
          </p:cNvSpPr>
          <p:nvPr/>
        </p:nvSpPr>
        <p:spPr>
          <a:xfrm>
            <a:off x="2186611" y="1643270"/>
            <a:ext cx="7957930" cy="81500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안녕하세요 학생복지위원회 </a:t>
            </a:r>
            <a:r>
              <a:rPr lang="en-US" altLang="ko-KR" sz="3600" dirty="0"/>
              <a:t>‘</a:t>
            </a:r>
            <a:r>
              <a:rPr lang="ko-KR" altLang="en-US" sz="3600" dirty="0"/>
              <a:t>연</a:t>
            </a:r>
            <a:r>
              <a:rPr lang="en-US" altLang="ko-KR" sz="3600" dirty="0"/>
              <a:t>’</a:t>
            </a:r>
            <a:r>
              <a:rPr lang="ko-KR" altLang="en-US" sz="3600" dirty="0"/>
              <a:t> 입니다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3240C5A-B9DD-ED32-F6E5-365B73380C7E}"/>
              </a:ext>
            </a:extLst>
          </p:cNvPr>
          <p:cNvSpPr txBox="1">
            <a:spLocks/>
          </p:cNvSpPr>
          <p:nvPr/>
        </p:nvSpPr>
        <p:spPr>
          <a:xfrm>
            <a:off x="742121" y="3429000"/>
            <a:ext cx="3491945" cy="815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대여사업</a:t>
            </a:r>
          </a:p>
        </p:txBody>
      </p:sp>
      <p:sp>
        <p:nvSpPr>
          <p:cNvPr id="6" name="제목 1">
            <a:extLst>
              <a:ext uri="{FF2B5EF4-FFF2-40B4-BE49-F238E27FC236}">
                <a16:creationId xmlns:a16="http://schemas.microsoft.com/office/drawing/2014/main" id="{1D5679DC-C233-F3F3-B147-755DADB8AEF0}"/>
              </a:ext>
            </a:extLst>
          </p:cNvPr>
          <p:cNvSpPr txBox="1">
            <a:spLocks/>
          </p:cNvSpPr>
          <p:nvPr/>
        </p:nvSpPr>
        <p:spPr>
          <a:xfrm>
            <a:off x="4346712" y="3429000"/>
            <a:ext cx="3491945" cy="815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플로터사업</a:t>
            </a:r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C7781037-660B-AFB2-DFF0-5CB7DA3FC896}"/>
              </a:ext>
            </a:extLst>
          </p:cNvPr>
          <p:cNvSpPr txBox="1">
            <a:spLocks/>
          </p:cNvSpPr>
          <p:nvPr/>
        </p:nvSpPr>
        <p:spPr>
          <a:xfrm>
            <a:off x="7951303" y="3429000"/>
            <a:ext cx="3491945" cy="8150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홍보게시판</a:t>
            </a:r>
          </a:p>
        </p:txBody>
      </p:sp>
      <p:sp>
        <p:nvSpPr>
          <p:cNvPr id="8" name="제목 1">
            <a:extLst>
              <a:ext uri="{FF2B5EF4-FFF2-40B4-BE49-F238E27FC236}">
                <a16:creationId xmlns:a16="http://schemas.microsoft.com/office/drawing/2014/main" id="{4FCC26FE-E219-05DA-62B4-0A0491EEC8B5}"/>
              </a:ext>
            </a:extLst>
          </p:cNvPr>
          <p:cNvSpPr txBox="1">
            <a:spLocks/>
          </p:cNvSpPr>
          <p:nvPr/>
        </p:nvSpPr>
        <p:spPr>
          <a:xfrm>
            <a:off x="384315" y="5970105"/>
            <a:ext cx="11463128" cy="45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/>
              <a:t>번호</a:t>
            </a:r>
            <a:r>
              <a:rPr lang="en-US" altLang="ko-KR" sz="2000" dirty="0"/>
              <a:t>   </a:t>
            </a:r>
            <a:r>
              <a:rPr lang="ko-KR" altLang="en-US" sz="2000" dirty="0"/>
              <a:t>이메일   </a:t>
            </a:r>
            <a:r>
              <a:rPr lang="ko-KR" altLang="en-US" sz="2000" dirty="0" err="1"/>
              <a:t>카톡플친</a:t>
            </a:r>
            <a:r>
              <a:rPr lang="ko-KR" altLang="en-US" sz="2000" dirty="0"/>
              <a:t>  </a:t>
            </a:r>
            <a:r>
              <a:rPr lang="en-US" altLang="ko-KR" sz="2000" dirty="0"/>
              <a:t> </a:t>
            </a:r>
            <a:r>
              <a:rPr lang="ko-KR" altLang="en-US" sz="2000" dirty="0"/>
              <a:t>인스타  </a:t>
            </a:r>
            <a:r>
              <a:rPr lang="en-US" altLang="ko-KR" sz="2000" dirty="0"/>
              <a:t> </a:t>
            </a:r>
            <a:r>
              <a:rPr lang="ko-KR" altLang="en-US" sz="2000" dirty="0" err="1"/>
              <a:t>찾아오는길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853535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8677-1570-FBA5-C603-B03473C47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4F07E-863E-8208-9D43-6A931EFBDF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 err="1"/>
              <a:t>학복위</a:t>
            </a:r>
            <a:r>
              <a:rPr lang="ko-KR" altLang="en-US" sz="3600" dirty="0"/>
              <a:t> 소개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008B4CB-CC76-6D1F-4FA9-0323D442F6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6923" y="295620"/>
            <a:ext cx="7957930" cy="70491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인사말</a:t>
            </a:r>
            <a:r>
              <a:rPr lang="en-US" altLang="ko-KR" sz="2000" dirty="0"/>
              <a:t>/</a:t>
            </a:r>
            <a:r>
              <a:rPr lang="ko-KR" altLang="en-US" sz="2000" dirty="0"/>
              <a:t>소개내용  </a:t>
            </a:r>
            <a:r>
              <a:rPr lang="ko-KR" altLang="en-US" sz="2000" dirty="0" err="1"/>
              <a:t>국별진행사업</a:t>
            </a:r>
            <a:r>
              <a:rPr lang="ko-KR" altLang="en-US" sz="2000" dirty="0"/>
              <a:t>  조직도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89A4636-B53E-07F2-5CAE-B4A6DDBABCF2}"/>
              </a:ext>
            </a:extLst>
          </p:cNvPr>
          <p:cNvSpPr txBox="1">
            <a:spLocks/>
          </p:cNvSpPr>
          <p:nvPr/>
        </p:nvSpPr>
        <p:spPr>
          <a:xfrm>
            <a:off x="-477076" y="2615649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 err="1"/>
              <a:t>소개글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위원장</a:t>
            </a:r>
            <a:r>
              <a:rPr lang="en-US" altLang="ko-KR" sz="2400" dirty="0"/>
              <a:t>/</a:t>
            </a:r>
            <a:r>
              <a:rPr lang="ko-KR" altLang="en-US" sz="2400" dirty="0"/>
              <a:t>부위원장 인사말</a:t>
            </a:r>
            <a:endParaRPr lang="en-US" altLang="ko-KR" sz="24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E27C8405-62C2-8AD4-90F4-18E73B0BBFF4}"/>
              </a:ext>
            </a:extLst>
          </p:cNvPr>
          <p:cNvSpPr txBox="1">
            <a:spLocks/>
          </p:cNvSpPr>
          <p:nvPr/>
        </p:nvSpPr>
        <p:spPr>
          <a:xfrm>
            <a:off x="3932586" y="2544418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 err="1"/>
              <a:t>국이름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 err="1"/>
              <a:t>국별사업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ko-KR" altLang="en-US" sz="2400" dirty="0"/>
              <a:t>카드형식</a:t>
            </a:r>
            <a:r>
              <a:rPr lang="en-US" altLang="ko-KR" sz="2400" dirty="0"/>
              <a:t>)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E80163EC-4B6D-5D00-479D-4A81076311D4}"/>
              </a:ext>
            </a:extLst>
          </p:cNvPr>
          <p:cNvSpPr txBox="1">
            <a:spLocks/>
          </p:cNvSpPr>
          <p:nvPr/>
        </p:nvSpPr>
        <p:spPr>
          <a:xfrm>
            <a:off x="7590186" y="2615649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400" dirty="0"/>
              <a:t>조직도 올리기</a:t>
            </a:r>
            <a:endParaRPr lang="en-US" altLang="ko-KR" sz="24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A1BB5B5C-6F9A-C718-AFCA-A36BAB3B8790}"/>
              </a:ext>
            </a:extLst>
          </p:cNvPr>
          <p:cNvSpPr txBox="1">
            <a:spLocks/>
          </p:cNvSpPr>
          <p:nvPr/>
        </p:nvSpPr>
        <p:spPr>
          <a:xfrm>
            <a:off x="655982" y="2358887"/>
            <a:ext cx="10277061" cy="704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2000" dirty="0"/>
              <a:t>인사말</a:t>
            </a:r>
            <a:r>
              <a:rPr lang="en-US" altLang="ko-KR" sz="2000" dirty="0"/>
              <a:t>/</a:t>
            </a:r>
            <a:r>
              <a:rPr lang="ko-KR" altLang="en-US" sz="2000" dirty="0"/>
              <a:t>소개내용                                   </a:t>
            </a:r>
            <a:r>
              <a:rPr lang="ko-KR" altLang="en-US" sz="2000" dirty="0" err="1"/>
              <a:t>국별진행사업</a:t>
            </a:r>
            <a:r>
              <a:rPr lang="ko-KR" altLang="en-US" sz="2000" dirty="0"/>
              <a:t>                               조직도</a:t>
            </a:r>
          </a:p>
        </p:txBody>
      </p:sp>
    </p:spTree>
    <p:extLst>
      <p:ext uri="{BB962C8B-B14F-4D97-AF65-F5344CB8AC3E}">
        <p14:creationId xmlns:p14="http://schemas.microsoft.com/office/powerpoint/2010/main" val="1895186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0A008-3177-3911-4AB6-3FFE275FA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0F313-5A0A-BA18-F623-1921BA1D54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대여사업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A973985-16FE-8AEE-EBFB-D46539692A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6923" y="366851"/>
            <a:ext cx="7957930" cy="70491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신규예약      </a:t>
            </a:r>
            <a:r>
              <a:rPr lang="ko-KR" altLang="en-US" sz="2000" dirty="0" err="1"/>
              <a:t>예약확인및변경</a:t>
            </a:r>
            <a:endParaRPr lang="ko-KR" altLang="en-US" sz="20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4AD8E52-CEC2-40C3-F5ED-FC8EBE3BFDAB}"/>
              </a:ext>
            </a:extLst>
          </p:cNvPr>
          <p:cNvSpPr txBox="1">
            <a:spLocks/>
          </p:cNvSpPr>
          <p:nvPr/>
        </p:nvSpPr>
        <p:spPr>
          <a:xfrm>
            <a:off x="891210" y="3666781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신규예약 </a:t>
            </a:r>
            <a:r>
              <a:rPr lang="ko-KR" altLang="en-US" sz="3600" dirty="0" err="1"/>
              <a:t>하러가기</a:t>
            </a:r>
            <a:endParaRPr lang="en-US" altLang="ko-KR" sz="36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A06B83B-BEFE-0778-B6CE-C46BAAB83AA7}"/>
              </a:ext>
            </a:extLst>
          </p:cNvPr>
          <p:cNvSpPr txBox="1">
            <a:spLocks/>
          </p:cNvSpPr>
          <p:nvPr/>
        </p:nvSpPr>
        <p:spPr>
          <a:xfrm>
            <a:off x="6096000" y="3666781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예약 확인 및 변경하기</a:t>
            </a:r>
            <a:endParaRPr lang="en-US" altLang="ko-KR" sz="36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A549FF04-09A7-86B1-FD91-D907703D0811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사업소개</a:t>
            </a:r>
            <a:endParaRPr lang="en-US" altLang="ko-KR" sz="3600" dirty="0"/>
          </a:p>
          <a:p>
            <a:r>
              <a:rPr lang="ko-KR" altLang="en-US" sz="3600" dirty="0"/>
              <a:t>대여반납 룰</a:t>
            </a:r>
            <a:endParaRPr lang="en-US" altLang="ko-KR" sz="3600" dirty="0"/>
          </a:p>
          <a:p>
            <a:r>
              <a:rPr lang="ko-KR" altLang="en-US" sz="3600" dirty="0"/>
              <a:t>전체 품목 표</a:t>
            </a:r>
          </a:p>
        </p:txBody>
      </p:sp>
    </p:spTree>
    <p:extLst>
      <p:ext uri="{BB962C8B-B14F-4D97-AF65-F5344CB8AC3E}">
        <p14:creationId xmlns:p14="http://schemas.microsoft.com/office/powerpoint/2010/main" val="42016875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E3049-2715-428A-5EFE-A263E268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C9D46-D824-0CA2-3A1B-BFADE0370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6758606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대여사업 </a:t>
            </a:r>
            <a:r>
              <a:rPr lang="en-US" altLang="ko-KR" sz="3600" dirty="0"/>
              <a:t>– </a:t>
            </a:r>
            <a:r>
              <a:rPr lang="ko-KR" altLang="en-US" sz="3600" dirty="0"/>
              <a:t>신규예약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10C2D6AE-A2BB-C5FC-CA4F-EC076ABDF202}"/>
              </a:ext>
            </a:extLst>
          </p:cNvPr>
          <p:cNvSpPr txBox="1">
            <a:spLocks/>
          </p:cNvSpPr>
          <p:nvPr/>
        </p:nvSpPr>
        <p:spPr>
          <a:xfrm>
            <a:off x="8763001" y="4626525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dirty="0"/>
              <a:t>Issue</a:t>
            </a:r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식별자</a:t>
            </a:r>
            <a:endParaRPr lang="en-US" altLang="ko-KR" sz="3600" dirty="0"/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 err="1"/>
              <a:t>패널티</a:t>
            </a:r>
            <a:r>
              <a:rPr lang="ko-KR" altLang="en-US" sz="3600" dirty="0"/>
              <a:t> 관리</a:t>
            </a:r>
            <a:endParaRPr lang="en-US" altLang="ko-KR" sz="36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D050CE60-1176-02EA-4EF1-1062A0D79546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 err="1"/>
              <a:t>입력창</a:t>
            </a:r>
            <a:r>
              <a:rPr lang="ko-KR" altLang="en-US" sz="3600" dirty="0"/>
              <a:t> </a:t>
            </a:r>
            <a:r>
              <a:rPr lang="en-US" altLang="ko-KR" sz="3600" dirty="0"/>
              <a:t>+ </a:t>
            </a:r>
            <a:r>
              <a:rPr lang="ko-KR" altLang="en-US" sz="3600" dirty="0"/>
              <a:t>선택창 구성</a:t>
            </a:r>
            <a:endParaRPr lang="en-US" altLang="ko-KR" sz="3600" dirty="0"/>
          </a:p>
          <a:p>
            <a:r>
              <a:rPr lang="ko-KR" altLang="en-US" sz="3600" dirty="0"/>
              <a:t>대여자 정보 입력 </a:t>
            </a:r>
            <a:r>
              <a:rPr lang="en-US" altLang="ko-KR" sz="3600" dirty="0"/>
              <a:t>/ </a:t>
            </a:r>
            <a:r>
              <a:rPr lang="ko-KR" altLang="en-US" sz="3600" dirty="0"/>
              <a:t>대여물품 정보 입력 </a:t>
            </a:r>
            <a:r>
              <a:rPr lang="en-US" altLang="ko-KR" sz="3600" dirty="0"/>
              <a:t>/</a:t>
            </a:r>
          </a:p>
          <a:p>
            <a:r>
              <a:rPr lang="ko-KR" altLang="en-US" sz="3600" dirty="0"/>
              <a:t>대여날짜 입력 </a:t>
            </a:r>
            <a:r>
              <a:rPr lang="en-US" altLang="ko-KR" sz="3600" dirty="0"/>
              <a:t>(</a:t>
            </a:r>
            <a:r>
              <a:rPr lang="ko-KR" altLang="en-US" sz="3600" dirty="0"/>
              <a:t>룰 구현</a:t>
            </a:r>
            <a:r>
              <a:rPr lang="en-US" altLang="ko-KR" sz="3600" dirty="0"/>
              <a:t>)</a:t>
            </a:r>
          </a:p>
          <a:p>
            <a:r>
              <a:rPr lang="en-US" altLang="ko-KR" sz="3600" dirty="0"/>
              <a:t>-&gt; </a:t>
            </a:r>
            <a:r>
              <a:rPr lang="ko-KR" altLang="en-US" sz="3600" dirty="0" err="1"/>
              <a:t>확정하시겠습니까</a:t>
            </a:r>
            <a:r>
              <a:rPr lang="en-US" altLang="ko-KR" sz="3600" dirty="0"/>
              <a:t>? </a:t>
            </a:r>
            <a:r>
              <a:rPr lang="ko-KR" altLang="en-US" sz="3600" dirty="0"/>
              <a:t>예</a:t>
            </a:r>
          </a:p>
        </p:txBody>
      </p:sp>
    </p:spTree>
    <p:extLst>
      <p:ext uri="{BB962C8B-B14F-4D97-AF65-F5344CB8AC3E}">
        <p14:creationId xmlns:p14="http://schemas.microsoft.com/office/powerpoint/2010/main" val="468044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C5E5B-A1F9-15C0-35E8-8AE07DEF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D7329-4175-B93F-63E0-B624905429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6911006" cy="815008"/>
          </a:xfrm>
        </p:spPr>
        <p:txBody>
          <a:bodyPr>
            <a:normAutofit/>
          </a:bodyPr>
          <a:lstStyle/>
          <a:p>
            <a:r>
              <a:rPr lang="ko-KR" altLang="en-US" sz="3600"/>
              <a:t>대여사업 </a:t>
            </a:r>
            <a:r>
              <a:rPr lang="en-US" altLang="ko-KR" sz="3600" dirty="0"/>
              <a:t>– </a:t>
            </a:r>
            <a:r>
              <a:rPr lang="ko-KR" altLang="en-US" sz="3600" dirty="0"/>
              <a:t>예약변경</a:t>
            </a:r>
            <a:r>
              <a:rPr lang="en-US" altLang="ko-KR" sz="3600" dirty="0"/>
              <a:t>/</a:t>
            </a:r>
            <a:r>
              <a:rPr lang="ko-KR" altLang="en-US" sz="3600" dirty="0"/>
              <a:t>확인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5237BB7F-1A01-9859-D9A4-933C6DFE67CA}"/>
              </a:ext>
            </a:extLst>
          </p:cNvPr>
          <p:cNvSpPr txBox="1">
            <a:spLocks/>
          </p:cNvSpPr>
          <p:nvPr/>
        </p:nvSpPr>
        <p:spPr>
          <a:xfrm>
            <a:off x="5194852" y="4626525"/>
            <a:ext cx="8471451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dirty="0"/>
              <a:t>Issue</a:t>
            </a:r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수정버튼 누르고 돌아가는 로직</a:t>
            </a:r>
            <a:endParaRPr lang="en-US" altLang="ko-KR" sz="3600" dirty="0"/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본인 인증 방안</a:t>
            </a:r>
            <a:endParaRPr lang="en-US" altLang="ko-KR" sz="36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40CEC466-6E3D-31F6-E77F-D214F7E25DD0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대여자 정보 입력 </a:t>
            </a:r>
            <a:r>
              <a:rPr lang="en-US" altLang="ko-KR" sz="3600" dirty="0"/>
              <a:t>(</a:t>
            </a:r>
            <a:r>
              <a:rPr lang="ko-KR" altLang="en-US" sz="3600" dirty="0"/>
              <a:t>식별자로 인증 필요</a:t>
            </a:r>
            <a:r>
              <a:rPr lang="en-US" altLang="ko-KR" sz="3600" dirty="0"/>
              <a:t>)</a:t>
            </a:r>
          </a:p>
          <a:p>
            <a:r>
              <a:rPr lang="en-US" altLang="ko-KR" sz="3600" dirty="0"/>
              <a:t>-&gt; </a:t>
            </a:r>
            <a:r>
              <a:rPr lang="ko-KR" altLang="en-US" sz="3600" dirty="0"/>
              <a:t>예약 목록들 출력 </a:t>
            </a:r>
            <a:r>
              <a:rPr lang="en-US" altLang="ko-KR" sz="3600" dirty="0"/>
              <a:t>+ </a:t>
            </a:r>
            <a:r>
              <a:rPr lang="ko-KR" altLang="en-US" sz="3600" dirty="0"/>
              <a:t>수정버튼</a:t>
            </a:r>
            <a:endParaRPr lang="en-US" altLang="ko-KR" sz="3600" dirty="0"/>
          </a:p>
          <a:p>
            <a:r>
              <a:rPr lang="en-US" altLang="ko-KR" sz="3600" dirty="0"/>
              <a:t>-&gt; </a:t>
            </a:r>
            <a:r>
              <a:rPr lang="ko-KR" altLang="en-US" sz="3600" dirty="0"/>
              <a:t>수정버튼 누르면</a:t>
            </a:r>
            <a:r>
              <a:rPr lang="en-US" altLang="ko-KR" sz="3600" dirty="0"/>
              <a:t>? </a:t>
            </a:r>
            <a:r>
              <a:rPr lang="ko-KR" altLang="en-US" sz="3600" dirty="0"/>
              <a:t>신규예약창으로 보내기</a:t>
            </a:r>
            <a:r>
              <a:rPr lang="en-US" altLang="ko-KR" sz="3600" dirty="0"/>
              <a:t>?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9623973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EFBD2-C963-47E1-FE81-3A7D15CED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90EA63-375E-9C74-1411-752BC6442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플로터인쇄사업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53D646-F74E-3A01-01B9-BC84235FC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6923" y="366851"/>
            <a:ext cx="7957930" cy="704919"/>
          </a:xfrm>
        </p:spPr>
        <p:txBody>
          <a:bodyPr>
            <a:normAutofit/>
          </a:bodyPr>
          <a:lstStyle/>
          <a:p>
            <a:r>
              <a:rPr lang="ko-KR" altLang="en-US" sz="2000" dirty="0"/>
              <a:t>신규예약      </a:t>
            </a:r>
            <a:r>
              <a:rPr lang="ko-KR" altLang="en-US" sz="2000" dirty="0" err="1"/>
              <a:t>예약확인및변경</a:t>
            </a:r>
            <a:endParaRPr lang="ko-KR" altLang="en-US" sz="2000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522048A-238B-0E7C-209E-494738040A1A}"/>
              </a:ext>
            </a:extLst>
          </p:cNvPr>
          <p:cNvSpPr txBox="1">
            <a:spLocks/>
          </p:cNvSpPr>
          <p:nvPr/>
        </p:nvSpPr>
        <p:spPr>
          <a:xfrm>
            <a:off x="891210" y="3666781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신규예약 </a:t>
            </a:r>
            <a:r>
              <a:rPr lang="ko-KR" altLang="en-US" sz="3600" dirty="0" err="1"/>
              <a:t>하러가기</a:t>
            </a:r>
            <a:endParaRPr lang="en-US" altLang="ko-KR" sz="36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77428D8E-524D-35F9-B89E-7451095FED5A}"/>
              </a:ext>
            </a:extLst>
          </p:cNvPr>
          <p:cNvSpPr txBox="1">
            <a:spLocks/>
          </p:cNvSpPr>
          <p:nvPr/>
        </p:nvSpPr>
        <p:spPr>
          <a:xfrm>
            <a:off x="6096000" y="3666781"/>
            <a:ext cx="4903302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3600" dirty="0"/>
              <a:t>예약 확인 및 변경하기</a:t>
            </a:r>
            <a:endParaRPr lang="en-US" altLang="ko-KR" sz="3600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43E4D332-2926-D47C-4915-55F4BB4FA0DE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사업소개</a:t>
            </a:r>
            <a:endParaRPr lang="en-US" altLang="ko-KR" sz="3600" dirty="0"/>
          </a:p>
          <a:p>
            <a:r>
              <a:rPr lang="ko-KR" altLang="en-US" sz="3600" dirty="0"/>
              <a:t>인쇄사업 룰</a:t>
            </a:r>
            <a:endParaRPr lang="en-US" altLang="ko-KR" sz="3600" dirty="0"/>
          </a:p>
          <a:p>
            <a:r>
              <a:rPr lang="ko-KR" altLang="en-US" sz="3600" dirty="0"/>
              <a:t>용지 크기 별 가격</a:t>
            </a:r>
            <a:r>
              <a:rPr lang="en-US" altLang="ko-KR" sz="3600" dirty="0"/>
              <a:t> </a:t>
            </a:r>
            <a:r>
              <a:rPr lang="ko-KR" altLang="en-US" sz="3600" dirty="0"/>
              <a:t>정책 및 계좌 안내</a:t>
            </a:r>
          </a:p>
        </p:txBody>
      </p:sp>
    </p:spTree>
    <p:extLst>
      <p:ext uri="{BB962C8B-B14F-4D97-AF65-F5344CB8AC3E}">
        <p14:creationId xmlns:p14="http://schemas.microsoft.com/office/powerpoint/2010/main" val="2079865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D104B-4916-3FD2-CD55-AE65E7E8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A7C869-0CB6-9A69-5CF7-38893DB27A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인쇄사업 </a:t>
            </a:r>
            <a:r>
              <a:rPr lang="en-US" altLang="ko-KR" sz="3600" dirty="0"/>
              <a:t>- </a:t>
            </a:r>
            <a:r>
              <a:rPr lang="ko-KR" altLang="en-US" sz="3600" dirty="0"/>
              <a:t>신규예약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9C09F817-FB8A-7CD0-3EDC-A4D23317A509}"/>
              </a:ext>
            </a:extLst>
          </p:cNvPr>
          <p:cNvSpPr txBox="1">
            <a:spLocks/>
          </p:cNvSpPr>
          <p:nvPr/>
        </p:nvSpPr>
        <p:spPr>
          <a:xfrm>
            <a:off x="7354957" y="4626525"/>
            <a:ext cx="6311346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dirty="0"/>
              <a:t>Issue</a:t>
            </a:r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송금 확인절차 필요</a:t>
            </a:r>
            <a:endParaRPr lang="en-US" altLang="ko-KR" sz="3600" dirty="0"/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확장자 제한 가능</a:t>
            </a:r>
            <a:r>
              <a:rPr lang="en-US" altLang="ko-KR" sz="3600" dirty="0"/>
              <a:t>?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112FDAB9-C1EC-EDE8-A9ED-13AEDCCD175F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예약자 정보 입력 </a:t>
            </a:r>
            <a:r>
              <a:rPr lang="en-US" altLang="ko-KR" sz="3600" dirty="0"/>
              <a:t>/ </a:t>
            </a:r>
            <a:r>
              <a:rPr lang="ko-KR" altLang="en-US" sz="3600" dirty="0"/>
              <a:t>파일 </a:t>
            </a:r>
            <a:r>
              <a:rPr lang="en-US" altLang="ko-KR" sz="3600" dirty="0"/>
              <a:t>pdf</a:t>
            </a:r>
            <a:r>
              <a:rPr lang="ko-KR" altLang="en-US" sz="3600" dirty="0"/>
              <a:t>로 업로드 </a:t>
            </a:r>
            <a:r>
              <a:rPr lang="en-US" altLang="ko-KR" sz="3600" dirty="0"/>
              <a:t>/</a:t>
            </a:r>
          </a:p>
          <a:p>
            <a:r>
              <a:rPr lang="ko-KR" altLang="en-US" sz="3600" dirty="0"/>
              <a:t>수령 희망 </a:t>
            </a:r>
            <a:r>
              <a:rPr lang="ko-KR" altLang="en-US" sz="3600" dirty="0" err="1"/>
              <a:t>날짜랑</a:t>
            </a:r>
            <a:r>
              <a:rPr lang="ko-KR" altLang="en-US" sz="3600" dirty="0"/>
              <a:t> </a:t>
            </a:r>
            <a:r>
              <a:rPr lang="en-US" altLang="ko-KR" sz="3600" dirty="0"/>
              <a:t>(</a:t>
            </a:r>
            <a:r>
              <a:rPr lang="ko-KR" altLang="en-US" sz="3600" dirty="0"/>
              <a:t>필요시</a:t>
            </a:r>
            <a:r>
              <a:rPr lang="en-US" altLang="ko-KR" sz="3600" dirty="0"/>
              <a:t>)</a:t>
            </a:r>
            <a:r>
              <a:rPr lang="ko-KR" altLang="en-US" sz="3600" dirty="0" err="1"/>
              <a:t>송금캡쳐본</a:t>
            </a:r>
            <a:r>
              <a:rPr lang="ko-KR" altLang="en-US" sz="3600" dirty="0"/>
              <a:t> 첨부</a:t>
            </a:r>
            <a:endParaRPr lang="en-US" altLang="ko-KR" sz="3600" dirty="0"/>
          </a:p>
          <a:p>
            <a:r>
              <a:rPr lang="en-US" altLang="ko-KR" sz="3600" dirty="0"/>
              <a:t>-&gt; </a:t>
            </a:r>
            <a:r>
              <a:rPr lang="ko-KR" altLang="en-US" sz="3600" dirty="0" err="1"/>
              <a:t>확정하시겠습니까</a:t>
            </a:r>
            <a:r>
              <a:rPr lang="en-US" altLang="ko-KR" sz="3600" dirty="0"/>
              <a:t>? </a:t>
            </a:r>
            <a:r>
              <a:rPr lang="ko-KR" altLang="en-US" sz="3600" dirty="0"/>
              <a:t>예</a:t>
            </a: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13896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9EF87-1570-A816-1F06-E2E202333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DF083-0AF5-77EF-9C93-58F5A6C6C2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6911006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인쇄사업 </a:t>
            </a:r>
            <a:r>
              <a:rPr lang="en-US" altLang="ko-KR" sz="3600" dirty="0"/>
              <a:t>– </a:t>
            </a:r>
            <a:r>
              <a:rPr lang="ko-KR" altLang="en-US" sz="3600" dirty="0"/>
              <a:t>인쇄확인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050EF73C-0B96-D045-69B4-8851FA7DA03D}"/>
              </a:ext>
            </a:extLst>
          </p:cNvPr>
          <p:cNvSpPr txBox="1">
            <a:spLocks/>
          </p:cNvSpPr>
          <p:nvPr/>
        </p:nvSpPr>
        <p:spPr>
          <a:xfrm>
            <a:off x="1214651" y="4626525"/>
            <a:ext cx="12451653" cy="188180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ko-KR" sz="3600" dirty="0"/>
              <a:t>Issue</a:t>
            </a:r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 err="1"/>
              <a:t>반려칸</a:t>
            </a:r>
            <a:r>
              <a:rPr lang="ko-KR" altLang="en-US" sz="3600" dirty="0"/>
              <a:t> 있어도 개별 연락 추가로 해야함</a:t>
            </a:r>
            <a:endParaRPr lang="en-US" altLang="ko-KR" sz="3600" dirty="0"/>
          </a:p>
          <a:p>
            <a:pPr algn="l"/>
            <a:r>
              <a:rPr lang="en-US" altLang="ko-KR" sz="3600" dirty="0"/>
              <a:t>- </a:t>
            </a:r>
            <a:r>
              <a:rPr lang="ko-KR" altLang="en-US" sz="3600" dirty="0"/>
              <a:t>추가 연락을</a:t>
            </a:r>
            <a:r>
              <a:rPr lang="en-US" altLang="ko-KR" sz="3600" dirty="0"/>
              <a:t>.. </a:t>
            </a:r>
            <a:r>
              <a:rPr lang="ko-KR" altLang="en-US" sz="3600" dirty="0"/>
              <a:t>어떻게 할 수 있을지 </a:t>
            </a:r>
            <a:r>
              <a:rPr lang="ko-KR" altLang="en-US" sz="3600" dirty="0" err="1"/>
              <a:t>생각해봐야함</a:t>
            </a:r>
            <a:r>
              <a:rPr lang="en-US" altLang="ko-KR" sz="3600" dirty="0"/>
              <a:t>…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5BCD5076-A2BF-AEA3-E117-E79D01261429}"/>
              </a:ext>
            </a:extLst>
          </p:cNvPr>
          <p:cNvSpPr txBox="1">
            <a:spLocks/>
          </p:cNvSpPr>
          <p:nvPr/>
        </p:nvSpPr>
        <p:spPr>
          <a:xfrm>
            <a:off x="722241" y="1976919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예약자 정보 입력 </a:t>
            </a:r>
            <a:r>
              <a:rPr lang="en-US" altLang="ko-KR" sz="3600" dirty="0"/>
              <a:t>(</a:t>
            </a:r>
            <a:r>
              <a:rPr lang="ko-KR" altLang="en-US" sz="3600" dirty="0"/>
              <a:t>식별자로 인증 필요</a:t>
            </a:r>
            <a:r>
              <a:rPr lang="en-US" altLang="ko-KR" sz="3600" dirty="0"/>
              <a:t>)</a:t>
            </a:r>
          </a:p>
          <a:p>
            <a:r>
              <a:rPr lang="ko-KR" altLang="en-US" sz="3600" dirty="0"/>
              <a:t>예약 목록들 출력 </a:t>
            </a:r>
            <a:r>
              <a:rPr lang="en-US" altLang="ko-KR" sz="3600" dirty="0"/>
              <a:t>+ </a:t>
            </a:r>
            <a:r>
              <a:rPr lang="ko-KR" altLang="en-US" sz="3600" dirty="0"/>
              <a:t>출력여부</a:t>
            </a:r>
            <a:r>
              <a:rPr lang="en-US" altLang="ko-KR" sz="3600" dirty="0"/>
              <a:t>(</a:t>
            </a:r>
            <a:r>
              <a:rPr lang="ko-KR" altLang="en-US" sz="3600" dirty="0"/>
              <a:t>반려도 두기</a:t>
            </a:r>
            <a:r>
              <a:rPr lang="en-US" altLang="ko-KR" sz="3600" dirty="0"/>
              <a:t>)</a:t>
            </a:r>
          </a:p>
          <a:p>
            <a:r>
              <a:rPr lang="en-US" altLang="ko-KR" sz="3600" dirty="0"/>
              <a:t>-&gt; </a:t>
            </a:r>
            <a:r>
              <a:rPr lang="ko-KR" altLang="en-US" sz="3600" dirty="0"/>
              <a:t>비고 칸 만들어서 반려사유 </a:t>
            </a:r>
            <a:r>
              <a:rPr lang="en-US" altLang="ko-KR" sz="3600" dirty="0"/>
              <a:t>(ex.</a:t>
            </a:r>
            <a:r>
              <a:rPr lang="ko-KR" altLang="en-US" sz="3600" dirty="0" err="1"/>
              <a:t>미입급</a:t>
            </a:r>
            <a:r>
              <a:rPr lang="en-US" altLang="ko-KR" sz="3600" dirty="0"/>
              <a:t>)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2261459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C3938-519F-C18B-F51F-2BCDBD9DB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C6306B-9489-ED79-DB4D-473A79C9D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77076" y="0"/>
            <a:ext cx="5744817" cy="815008"/>
          </a:xfrm>
        </p:spPr>
        <p:txBody>
          <a:bodyPr>
            <a:normAutofit/>
          </a:bodyPr>
          <a:lstStyle/>
          <a:p>
            <a:r>
              <a:rPr lang="ko-KR" altLang="en-US" sz="3600" dirty="0"/>
              <a:t>홍보게시판</a:t>
            </a:r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D02AE4B5-49C3-CD5E-AB50-8599BC09A76A}"/>
              </a:ext>
            </a:extLst>
          </p:cNvPr>
          <p:cNvSpPr txBox="1">
            <a:spLocks/>
          </p:cNvSpPr>
          <p:nvPr/>
        </p:nvSpPr>
        <p:spPr>
          <a:xfrm>
            <a:off x="957469" y="2931076"/>
            <a:ext cx="10277061" cy="2428599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3600" dirty="0"/>
              <a:t>일단 </a:t>
            </a:r>
            <a:r>
              <a:rPr lang="ko-KR" altLang="en-US" sz="3600" dirty="0" err="1"/>
              <a:t>급한건</a:t>
            </a:r>
            <a:r>
              <a:rPr lang="ko-KR" altLang="en-US" sz="3600" dirty="0"/>
              <a:t> 아니니 후순위로 미루기</a:t>
            </a:r>
            <a:r>
              <a:rPr lang="en-US" altLang="ko-KR" sz="3600" dirty="0"/>
              <a:t>.</a:t>
            </a:r>
          </a:p>
          <a:p>
            <a:r>
              <a:rPr lang="en-US" altLang="ko-KR" sz="3600" dirty="0"/>
              <a:t>Why?</a:t>
            </a:r>
            <a:r>
              <a:rPr lang="ko-KR" altLang="en-US" sz="3600" dirty="0"/>
              <a:t> 이거 </a:t>
            </a:r>
            <a:r>
              <a:rPr lang="en-US" altLang="ko-KR" sz="3600" dirty="0"/>
              <a:t>DB</a:t>
            </a:r>
            <a:r>
              <a:rPr lang="ko-KR" altLang="en-US" sz="3600" dirty="0"/>
              <a:t>연동해서 관리자용 프로그램도</a:t>
            </a:r>
            <a:endParaRPr lang="en-US" altLang="ko-KR" sz="3600" dirty="0"/>
          </a:p>
          <a:p>
            <a:r>
              <a:rPr lang="ko-KR" altLang="en-US" sz="3600" dirty="0"/>
              <a:t>만들어야 함</a:t>
            </a:r>
            <a:r>
              <a:rPr lang="en-US" altLang="ko-KR" sz="3600" dirty="0"/>
              <a:t>.</a:t>
            </a:r>
          </a:p>
          <a:p>
            <a:endParaRPr lang="en-US" altLang="ko-KR" sz="3600" dirty="0"/>
          </a:p>
          <a:p>
            <a:r>
              <a:rPr lang="ko-KR" altLang="en-US" sz="3600" dirty="0"/>
              <a:t>흠</a:t>
            </a:r>
            <a:r>
              <a:rPr lang="en-US" altLang="ko-KR" sz="3600" dirty="0"/>
              <a:t>… </a:t>
            </a:r>
            <a:r>
              <a:rPr lang="ko-KR" altLang="en-US" sz="3600" dirty="0"/>
              <a:t>보안을 생각하면 관리자 모드 두기 보단 아예 프로그램 분리시키는 방안도 고려해볼 만 </a:t>
            </a:r>
            <a:r>
              <a:rPr lang="ko-KR" altLang="en-US" sz="3600" dirty="0" err="1"/>
              <a:t>한듯</a:t>
            </a:r>
            <a:endParaRPr lang="ko-KR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01331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B6F2A24-970E-6343-955F-9EA3D6DD78E1}"/>
              </a:ext>
            </a:extLst>
          </p:cNvPr>
          <p:cNvSpPr/>
          <p:nvPr/>
        </p:nvSpPr>
        <p:spPr>
          <a:xfrm>
            <a:off x="2358887" y="3028123"/>
            <a:ext cx="6877878" cy="21161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76C88C13-F259-DA13-A787-01D0806796F4}"/>
              </a:ext>
            </a:extLst>
          </p:cNvPr>
          <p:cNvSpPr/>
          <p:nvPr/>
        </p:nvSpPr>
        <p:spPr>
          <a:xfrm>
            <a:off x="5758070" y="967409"/>
            <a:ext cx="3478695" cy="41768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E17B1393-1C93-AF3C-AC57-2197B7299926}"/>
              </a:ext>
            </a:extLst>
          </p:cNvPr>
          <p:cNvSpPr/>
          <p:nvPr/>
        </p:nvSpPr>
        <p:spPr>
          <a:xfrm>
            <a:off x="2557670" y="1285461"/>
            <a:ext cx="3200400" cy="12258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2F34D1-0AAA-697D-6F49-0921873C1FA8}"/>
              </a:ext>
            </a:extLst>
          </p:cNvPr>
          <p:cNvSpPr txBox="1"/>
          <p:nvPr/>
        </p:nvSpPr>
        <p:spPr>
          <a:xfrm>
            <a:off x="2935357" y="1713708"/>
            <a:ext cx="28227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여기 운동회 관련 물품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6B36C0-4057-251B-5F41-7AC9A0382871}"/>
              </a:ext>
            </a:extLst>
          </p:cNvPr>
          <p:cNvSpPr txBox="1"/>
          <p:nvPr/>
        </p:nvSpPr>
        <p:spPr>
          <a:xfrm>
            <a:off x="3079475" y="3747052"/>
            <a:ext cx="25344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책상</a:t>
            </a:r>
            <a:r>
              <a:rPr lang="en-US" altLang="ko-KR" dirty="0"/>
              <a:t>, </a:t>
            </a:r>
            <a:r>
              <a:rPr lang="ko-KR" altLang="en-US" dirty="0" err="1"/>
              <a:t>듀라</a:t>
            </a:r>
            <a:r>
              <a:rPr lang="en-US" altLang="ko-KR" dirty="0"/>
              <a:t>, </a:t>
            </a:r>
            <a:r>
              <a:rPr lang="ko-KR" altLang="en-US" dirty="0"/>
              <a:t>의자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F6594FD-3741-0C2C-22A0-457F0F7C4795}"/>
              </a:ext>
            </a:extLst>
          </p:cNvPr>
          <p:cNvSpPr/>
          <p:nvPr/>
        </p:nvSpPr>
        <p:spPr>
          <a:xfrm>
            <a:off x="2690191" y="2083040"/>
            <a:ext cx="2923762" cy="369332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FF540E6-066C-B15D-7650-768033DAB4E3}"/>
              </a:ext>
            </a:extLst>
          </p:cNvPr>
          <p:cNvSpPr/>
          <p:nvPr/>
        </p:nvSpPr>
        <p:spPr>
          <a:xfrm>
            <a:off x="7103165" y="1078396"/>
            <a:ext cx="1378225" cy="612913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BB37DA-F78C-7E3B-A959-EDD16B4F2C4B}"/>
              </a:ext>
            </a:extLst>
          </p:cNvPr>
          <p:cNvSpPr/>
          <p:nvPr/>
        </p:nvSpPr>
        <p:spPr>
          <a:xfrm rot="5400000">
            <a:off x="8244858" y="2019634"/>
            <a:ext cx="1138989" cy="6129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1B56CC57-8EED-7381-0CE6-16DA868EA8F7}"/>
              </a:ext>
            </a:extLst>
          </p:cNvPr>
          <p:cNvSpPr/>
          <p:nvPr/>
        </p:nvSpPr>
        <p:spPr>
          <a:xfrm rot="5400000">
            <a:off x="8244857" y="3252073"/>
            <a:ext cx="1138992" cy="612950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0E99C1-340C-9203-F606-9B98B5B4207E}"/>
              </a:ext>
            </a:extLst>
          </p:cNvPr>
          <p:cNvSpPr txBox="1"/>
          <p:nvPr/>
        </p:nvSpPr>
        <p:spPr>
          <a:xfrm>
            <a:off x="6737071" y="2585039"/>
            <a:ext cx="17443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그 외의 물품들</a:t>
            </a:r>
          </a:p>
        </p:txBody>
      </p:sp>
    </p:spTree>
    <p:extLst>
      <p:ext uri="{BB962C8B-B14F-4D97-AF65-F5344CB8AC3E}">
        <p14:creationId xmlns:p14="http://schemas.microsoft.com/office/powerpoint/2010/main" val="1843549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272</Words>
  <Application>Microsoft Office PowerPoint</Application>
  <PresentationFormat>와이드스크린</PresentationFormat>
  <Paragraphs>69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학생복지위원회 연</vt:lpstr>
      <vt:lpstr>학복위 소개</vt:lpstr>
      <vt:lpstr>대여사업</vt:lpstr>
      <vt:lpstr>대여사업 – 신규예약</vt:lpstr>
      <vt:lpstr>대여사업 – 예약변경/확인</vt:lpstr>
      <vt:lpstr>플로터인쇄사업</vt:lpstr>
      <vt:lpstr>인쇄사업 - 신규예약</vt:lpstr>
      <vt:lpstr>인쇄사업 – 인쇄확인</vt:lpstr>
      <vt:lpstr>홍보게시판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세현 조</dc:creator>
  <cp:lastModifiedBy>세현 조</cp:lastModifiedBy>
  <cp:revision>3</cp:revision>
  <dcterms:created xsi:type="dcterms:W3CDTF">2026-01-01T14:40:30Z</dcterms:created>
  <dcterms:modified xsi:type="dcterms:W3CDTF">2026-01-01T16:57:58Z</dcterms:modified>
</cp:coreProperties>
</file>